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81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0591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12344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2937"/>
                </a:solidFill>
              </a:rPr>
              <a:t>Leave Management System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057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Team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1546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1F2937"/>
                </a:solidFill>
              </a:rPr>
              <a:t>Muskan 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1F2937"/>
                </a:solidFill>
              </a:rPr>
              <a:t>Neelesh Maddi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1F2937"/>
                </a:solidFill>
              </a:rPr>
              <a:t>Nitish Kumar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1F2937"/>
                </a:solidFill>
              </a:rPr>
              <a:t>Anjanayak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669280" y="27432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Guided By</a:t>
            </a:r>
            <a:endParaRPr lang="en-US" sz="2000" dirty="0"/>
          </a:p>
          <a:p>
            <a:r>
              <a:rPr lang="en-US" dirty="0"/>
              <a:t>Mallikarjun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47857"/>
                </a:solidFill>
              </a:rPr>
              <a:t>Introduction &amp; 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097280" cy="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Leave Management System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</a:rPr>
              <a:t>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3840480" cy="3474720"/>
          </a:xfrm>
          <a:prstGeom prst="roundRect">
            <a:avLst>
              <a:gd name="adj" fmla="val 2105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31520" y="12070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47857"/>
                </a:solidFill>
              </a:rPr>
              <a:t>What is LMS?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627632"/>
            <a:ext cx="3474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A web application to manage employee leaves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One place for Employee, Manager and HR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Leave request and approval happen online, not on paper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0" y="109728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754880" y="1207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47857"/>
                </a:solidFill>
              </a:rPr>
              <a:t>Problems in the manual system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1627632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Leave forms filled on paper or sent by mail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Hard to track leave history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Approval takes a long time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Leave balance counted by hand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More chances of mistakes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47857"/>
                </a:solidFill>
              </a:rPr>
              <a:t>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097280" cy="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Leave Management System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</a:rPr>
              <a:t>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457200" cy="457200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4864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14300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Automate the leave application process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57200" cy="457200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66344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114300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Separate screens for Employee, Manager and HR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2029968"/>
            <a:ext cx="457200" cy="457200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4864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198424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Employees can apply for leave and track it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663440" y="2029968"/>
            <a:ext cx="457200" cy="457200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66344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257800" y="198424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Managers can approve or reject requests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2871216"/>
            <a:ext cx="457200" cy="457200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548640" y="2871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825496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HR manages employees, leave types and holidays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663440" y="2871216"/>
            <a:ext cx="457200" cy="457200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4663440" y="2871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257800" y="2825496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Keep leave balance and leave history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48640" y="3712464"/>
            <a:ext cx="457200" cy="457200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548640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" y="3666744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Store data safely in MySQL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663440" y="3712464"/>
            <a:ext cx="457200" cy="457200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4663440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8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5257800" y="3666744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Connect frontend and backend using REST APIs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47857"/>
                </a:solidFill>
              </a:rPr>
              <a:t>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097280" cy="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Leave Management System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</a:rPr>
              <a:t>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2560320" cy="3383280"/>
          </a:xfrm>
          <a:prstGeom prst="roundRect">
            <a:avLst>
              <a:gd name="adj" fmla="val 285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31520" y="12070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47857"/>
                </a:solidFill>
              </a:rPr>
              <a:t>Frontend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627632"/>
            <a:ext cx="2194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React.js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JavaScript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HTML / CSS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Axios</a:t>
            </a:r>
            <a:endParaRPr lang="en-US" sz="1500" dirty="0"/>
          </a:p>
          <a:p>
            <a:pPr>
              <a:spcAft>
                <a:spcPts val="600"/>
              </a:spcAft>
              <a:buSzPct val="100000"/>
            </a:pP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560320" cy="3383280"/>
          </a:xfrm>
          <a:prstGeom prst="roundRect">
            <a:avLst>
              <a:gd name="adj" fmla="val 285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474720" y="12070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47857"/>
                </a:solidFill>
              </a:rPr>
              <a:t>Backend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1627632"/>
            <a:ext cx="2194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Java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Spring Boot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Spring Data JPA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Hibernate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Maven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560320" cy="3383280"/>
          </a:xfrm>
          <a:prstGeom prst="roundRect">
            <a:avLst>
              <a:gd name="adj" fmla="val 285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217920" y="12070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47857"/>
                </a:solidFill>
              </a:rPr>
              <a:t>Database &amp; Tools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1627632"/>
            <a:ext cx="2194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MySQL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Swagger / OpenAPI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Git &amp; GitHub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Eclipse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VS Code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47857"/>
                </a:solidFill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097280" cy="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Leave Management System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</a:rPr>
              <a:t>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051560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31520" y="10515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User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408176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47857"/>
                </a:solidFill>
              </a:rPr>
              <a:t>↓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1572768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31520" y="15727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</a:rPr>
              <a:t>React Frontend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192938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47857"/>
                </a:solidFill>
              </a:rPr>
              <a:t>↓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093976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31520" y="209397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</a:rPr>
              <a:t>REST APIs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245059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47857"/>
                </a:solidFill>
              </a:rPr>
              <a:t>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2615184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31520" y="261518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</a:rPr>
              <a:t>Spring Boot Controller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297180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47857"/>
                </a:solidFill>
              </a:rPr>
              <a:t>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136392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31520" y="31363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</a:rPr>
              <a:t>Service Layer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349300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47857"/>
                </a:solidFill>
              </a:rPr>
              <a:t>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3657600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731520" y="36576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</a:rPr>
              <a:t>Repository Layer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4014216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47857"/>
                </a:solidFill>
              </a:rPr>
              <a:t>↓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4178808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731520" y="417880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JPA / Hibernate  →  MySQL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0" y="137160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480060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47857"/>
                </a:solidFill>
              </a:rPr>
              <a:t>In simple words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4800600" y="196596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React shows the screens to the user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Spring Boot has the business logic and REST APIs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JPA / Hibernate connects the app with MySQL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47857"/>
                </a:solidFill>
              </a:rPr>
              <a:t>Modules &amp; Functionality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097280" cy="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Leave Management System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</a:rPr>
              <a:t>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2560320" cy="3383280"/>
          </a:xfrm>
          <a:prstGeom prst="roundRect">
            <a:avLst>
              <a:gd name="adj" fmla="val 285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31520" y="12070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47857"/>
                </a:solidFill>
              </a:rPr>
              <a:t>Employee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627632"/>
            <a:ext cx="2194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Login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Apply for leave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View leave balance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View Leave history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Cancel leaves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Notifications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560320" cy="3383280"/>
          </a:xfrm>
          <a:prstGeom prst="roundRect">
            <a:avLst>
              <a:gd name="adj" fmla="val 285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474720" y="12070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47857"/>
                </a:solidFill>
              </a:rPr>
              <a:t>Manager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1627632"/>
            <a:ext cx="2194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View teams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View leave requests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Approve leave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Reject leave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560320" cy="3383280"/>
          </a:xfrm>
          <a:prstGeom prst="roundRect">
            <a:avLst>
              <a:gd name="adj" fmla="val 285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217920" y="12070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47857"/>
                </a:solidFill>
              </a:rPr>
              <a:t>HR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1627632"/>
            <a:ext cx="2194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View all employees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Create leave types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Allocate leave balances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Create holidays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47857"/>
                </a:solidFill>
              </a:rPr>
              <a:t>Database &amp; API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097280" cy="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Leave Management System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</a:rPr>
              <a:t>7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47857"/>
                </a:solidFill>
              </a:rPr>
              <a:t>Main tables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1014984" cy="384048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1508760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</a:rPr>
              <a:t>Employee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673352" y="1508760"/>
            <a:ext cx="1188720" cy="384048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673352" y="15087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</a:rPr>
              <a:t>Department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011680"/>
            <a:ext cx="1362456" cy="384048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48640" y="2011680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</a:rPr>
              <a:t>Login / User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020824" y="2011680"/>
            <a:ext cx="667512" cy="384048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2020824" y="2011680"/>
            <a:ext cx="667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</a:rPr>
              <a:t>Role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98064" y="2011680"/>
            <a:ext cx="1188720" cy="384048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2798064" y="20116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</a:rPr>
              <a:t>Leave Type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2514600"/>
            <a:ext cx="1449324" cy="384048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48640" y="2514600"/>
            <a:ext cx="14493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</a:rPr>
              <a:t>Leave Balance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107692" y="2514600"/>
            <a:ext cx="1796796" cy="384048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2107692" y="2514600"/>
            <a:ext cx="17967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</a:rPr>
              <a:t>Leave Application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017520"/>
            <a:ext cx="1014984" cy="384048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548640" y="3017520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</a:rPr>
              <a:t>Approval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673352" y="3017520"/>
            <a:ext cx="928116" cy="384048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1673352" y="3017520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</a:rPr>
              <a:t>Holiday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711196" y="3017520"/>
            <a:ext cx="1362456" cy="384048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2711196" y="3017520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</a:rPr>
              <a:t>Notification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3520440"/>
            <a:ext cx="1101852" cy="384048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548640" y="3520440"/>
            <a:ext cx="11018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</a:rPr>
              <a:t>Audit Log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66344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47857"/>
                </a:solidFill>
              </a:rPr>
              <a:t>Sample APIs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663440" y="150876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4800600" y="160020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/api/login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/api/employees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/api/employees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/api/leaves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/api/leaves/{id}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/api/manager/leave/{id}/approve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/api/manager/leave/{id}/reject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ORM: JPA / Hibernate     |     API docs: Swagger / OpenAPI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47857"/>
                </a:solidFill>
              </a:rPr>
              <a:t>Application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097280" cy="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Leave Management System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</a:rPr>
              <a:t>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384048" cy="384048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4864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0515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Employee logs in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1673352"/>
            <a:ext cx="384048" cy="384048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48640" y="1673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62763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Applies for leave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249424"/>
            <a:ext cx="384048" cy="384048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48640" y="2249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20370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Request goes to Manager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2825496"/>
            <a:ext cx="384048" cy="384048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48640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77977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Manager approves or rejects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401568"/>
            <a:ext cx="384048" cy="384048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548640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335584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Status is updated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3977640"/>
            <a:ext cx="384048" cy="384048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54864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393192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Employee gets notification and balance is updated</a:t>
            </a:r>
            <a:endParaRPr lang="en-US" sz="1400" dirty="0"/>
          </a:p>
        </p:txBody>
      </p:sp>
      <p:pic>
        <p:nvPicPr>
          <p:cNvPr id="25" name="Image 0" descr="/mnt/user-data/uploads/1791218128479_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23360" y="1097280"/>
            <a:ext cx="4572000" cy="2569464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4023360" y="1097280"/>
            <a:ext cx="4572000" cy="2569464"/>
          </a:xfrm>
          <a:prstGeom prst="rect">
            <a:avLst/>
          </a:prstGeom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4023360" y="3749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</a:rPr>
              <a:t>Apply for Leave page (employee view)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47857"/>
                </a:solidFill>
              </a:rPr>
              <a:t>Conclusion &amp; Future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097280" cy="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Leave Management System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</a:rPr>
              <a:t>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31520" y="12070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47857"/>
                </a:solidFill>
              </a:rPr>
              <a:t>Conclusion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627632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Full-stack LMS developed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Frontend and backend work together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Employee, Manager and HR flows done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Data stored in MySQL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Swagger used for API testing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Git/GitHub used for teamwork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846320" y="12070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47857"/>
                </a:solidFill>
              </a:rPr>
              <a:t>Future Scope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627632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Email notifications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Leave reports and charts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Team leave calendar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Mobile app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Deploy on cloud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47857"/>
                </a:solidFill>
              </a:rPr>
              <a:t>Thank you!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486</Words>
  <Application>Microsoft Office PowerPoint</Application>
  <PresentationFormat>On-screen Show (16:9)</PresentationFormat>
  <Paragraphs>166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Muskan Shaw</cp:lastModifiedBy>
  <cp:revision>6</cp:revision>
  <dcterms:created xsi:type="dcterms:W3CDTF">2026-10-05T16:37:38Z</dcterms:created>
  <dcterms:modified xsi:type="dcterms:W3CDTF">2026-10-08T06:27:32Z</dcterms:modified>
</cp:coreProperties>
</file>